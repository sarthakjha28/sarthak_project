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</p14:sldIdLst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6652" autoAdjust="0"/>
  </p:normalViewPr>
  <p:slideViewPr>
    <p:cSldViewPr snapToGrid="0">
      <p:cViewPr>
        <p:scale>
          <a:sx n="130" d="100"/>
          <a:sy n="130" d="100"/>
        </p:scale>
        <p:origin x="-1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0-48CD-8064-755749DE3C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A0-48CD-8064-755749DE3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33247"/>
        <c:axId val="124933727"/>
      </c:barChart>
      <c:catAx>
        <c:axId val="12493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933727"/>
        <c:crosses val="autoZero"/>
        <c:auto val="1"/>
        <c:lblAlgn val="ctr"/>
        <c:lblOffset val="100"/>
        <c:noMultiLvlLbl val="0"/>
      </c:catAx>
      <c:valAx>
        <c:axId val="124933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93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3156"/>
            <a:ext cx="9144000" cy="3723503"/>
          </a:xfrm>
        </p:spPr>
        <p:txBody>
          <a:bodyPr/>
          <a:lstStyle/>
          <a:p>
            <a:r>
              <a:rPr lang="en-US" baseline="-25000" dirty="0"/>
              <a:t>Integrating diverse medical datasets while ensuring data privacy and compliance</a:t>
            </a:r>
            <a:br>
              <a:rPr lang="en-US" baseline="-25000" dirty="0"/>
            </a:br>
            <a:br>
              <a:rPr lang="en-US" baseline="-25000" dirty="0"/>
            </a:br>
            <a:r>
              <a:rPr lang="en-US" baseline="-25000" dirty="0">
                <a:solidFill>
                  <a:srgbClr val="FFFF00"/>
                </a:solidFill>
              </a:rPr>
              <a:t>BY-</a:t>
            </a:r>
            <a:br>
              <a:rPr lang="en-US" baseline="-25000" dirty="0">
                <a:solidFill>
                  <a:srgbClr val="FFFF00"/>
                </a:solidFill>
              </a:rPr>
            </a:br>
            <a:r>
              <a:rPr lang="en-US" baseline="-25000" dirty="0">
                <a:solidFill>
                  <a:srgbClr val="FFFF00"/>
                </a:solidFill>
              </a:rPr>
              <a:t>1. Sarthak </a:t>
            </a:r>
            <a:r>
              <a:rPr lang="en-US" baseline="-25000" dirty="0" err="1">
                <a:solidFill>
                  <a:srgbClr val="FFFF00"/>
                </a:solidFill>
              </a:rPr>
              <a:t>jha</a:t>
            </a:r>
            <a:r>
              <a:rPr lang="en-US" baseline="-25000" dirty="0">
                <a:solidFill>
                  <a:srgbClr val="FFFF00"/>
                </a:solidFill>
              </a:rPr>
              <a:t> </a:t>
            </a:r>
            <a:br>
              <a:rPr lang="en-US" baseline="-25000" dirty="0">
                <a:solidFill>
                  <a:srgbClr val="FFFF00"/>
                </a:solidFill>
              </a:rPr>
            </a:br>
            <a:r>
              <a:rPr lang="en-US" baseline="-25000" dirty="0">
                <a:solidFill>
                  <a:srgbClr val="FFFF00"/>
                </a:solidFill>
              </a:rPr>
              <a:t>2. Yash Swami</a:t>
            </a:r>
            <a:br>
              <a:rPr lang="en-US" baseline="-25000" dirty="0">
                <a:solidFill>
                  <a:srgbClr val="FFFF00"/>
                </a:solidFill>
              </a:rPr>
            </a:br>
            <a:r>
              <a:rPr lang="en-US" baseline="-25000" dirty="0">
                <a:solidFill>
                  <a:srgbClr val="FFFF00"/>
                </a:solidFill>
              </a:rPr>
              <a:t>3. Fazeelat Imam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0D4EB70A-0A14-4B27-B499-59D76007ABA8}"/>
              </a:ext>
            </a:extLst>
          </p:cNvPr>
          <p:cNvSpPr txBox="1">
            <a:spLocks/>
          </p:cNvSpPr>
          <p:nvPr/>
        </p:nvSpPr>
        <p:spPr>
          <a:xfrm>
            <a:off x="694985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  <p:sp>
        <p:nvSpPr>
          <p:cNvPr id="8" name="TextBox 3D 2">
            <a:extLst>
              <a:ext uri="{FF2B5EF4-FFF2-40B4-BE49-F238E27FC236}">
                <a16:creationId xmlns:a16="http://schemas.microsoft.com/office/drawing/2014/main" id="{B50B1AB8-F700-4516-825B-6175463CCD3C}"/>
              </a:ext>
            </a:extLst>
          </p:cNvPr>
          <p:cNvSpPr txBox="1"/>
          <p:nvPr/>
        </p:nvSpPr>
        <p:spPr>
          <a:xfrm>
            <a:off x="604434" y="2224216"/>
            <a:ext cx="102328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3200" dirty="0">
                <a:solidFill>
                  <a:srgbClr val="FF0000"/>
                </a:solidFill>
              </a:rPr>
              <a:t>1. Many hospitals and companies have their own patient data.</a:t>
            </a:r>
          </a:p>
          <a:p>
            <a:r>
              <a:rPr lang="en-US" sz="3200" dirty="0">
                <a:solidFill>
                  <a:srgbClr val="FF0000"/>
                </a:solidFill>
              </a:rPr>
              <a:t>2. It’s hard for patients to move, get quick help, or know how their data is used.</a:t>
            </a:r>
          </a:p>
          <a:p>
            <a:r>
              <a:rPr lang="en-US" sz="3200" dirty="0">
                <a:solidFill>
                  <a:srgbClr val="FF0000"/>
                </a:solidFill>
              </a:rPr>
              <a:t>3. Goals : Make one secure system for hospitals, patients, and insurance.</a:t>
            </a: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r>
              <a:rPr lang="en-US" dirty="0"/>
              <a:t>Project Division and Objective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/>
          <a:lstStyle/>
          <a:p>
            <a:pPr lvl="0"/>
            <a:r>
              <a:rPr lang="en-US" sz="1600" b="1" dirty="0"/>
              <a:t>Minor Project (65%):</a:t>
            </a:r>
            <a:r>
              <a:rPr lang="en-US" sz="1600" dirty="0"/>
              <a:t>Build the main platform: bring all the data together safely.</a:t>
            </a:r>
          </a:p>
          <a:p>
            <a:pPr lvl="0"/>
            <a:r>
              <a:rPr lang="en-US" sz="1600" b="1" dirty="0"/>
              <a:t>Major Project (35%):</a:t>
            </a:r>
            <a:r>
              <a:rPr lang="en-US" sz="1600" dirty="0"/>
              <a:t>Add brand-new special features . Objective: Easy, private, useful sharing of health data for everyone</a:t>
            </a:r>
            <a:r>
              <a:rPr lang="en-US" dirty="0"/>
              <a:t>..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6B8F25D-7B1B-FDCE-81B0-CA954FEA92B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436883487"/>
              </p:ext>
            </p:extLst>
          </p:nvPr>
        </p:nvGraphicFramePr>
        <p:xfrm>
          <a:off x="4395788" y="1506538"/>
          <a:ext cx="7143750" cy="4670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Methodology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259B7-7045-2D43-FB78-D0CCF6A7B6BC}"/>
              </a:ext>
            </a:extLst>
          </p:cNvPr>
          <p:cNvSpPr txBox="1"/>
          <p:nvPr/>
        </p:nvSpPr>
        <p:spPr>
          <a:xfrm>
            <a:off x="604434" y="1392195"/>
            <a:ext cx="9777816" cy="473238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Study other apps and laws (like HIPAA, GDPR).</a:t>
            </a: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 for strong privacy with user consent controls.</a:t>
            </a: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 a working system and test it with real-life examples.</a:t>
            </a: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Listen to feedback from real hospitals, patients, insurance</a:t>
            </a: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8600" indent="-22860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HIPAA </a:t>
            </a:r>
            <a:r>
              <a:rPr lang="en-US" sz="2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Health insurance portability accountability and act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US" sz="28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  <a:sym typeface="Wingdings" panose="05000000000000000000" pitchFamily="2" charset="2"/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GDRP  General data protection regulation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endParaRPr lang="en-IN" sz="2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Used  Features already </a:t>
            </a:r>
            <a:endParaRPr lang="en-US" dirty="0"/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2146853"/>
            <a:ext cx="10267891" cy="4130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1.Live hospital bed availability map.</a:t>
            </a:r>
          </a:p>
          <a:p>
            <a:pPr marL="742950" indent="-742950">
              <a:lnSpc>
                <a:spcPts val="1800"/>
              </a:lnSpc>
              <a:spcAft>
                <a:spcPts val="600"/>
              </a:spcAft>
              <a:buAutoNum type="arabicPeriod"/>
            </a:pPr>
            <a:endParaRPr lang="en-US" sz="3600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Secure sharing between hospital, patient,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insurance.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3600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Simple consent and privacy settings</a:t>
            </a:r>
          </a:p>
        </p:txBody>
      </p:sp>
      <p:sp>
        <p:nvSpPr>
          <p:cNvPr id="11" name="Directions">
            <a:extLst>
              <a:ext uri="{FF2B5EF4-FFF2-40B4-BE49-F238E27FC236}">
                <a16:creationId xmlns:a16="http://schemas.microsoft.com/office/drawing/2014/main" id="{1AF2FBBE-B7D3-452C-9253-F7C472312B69}"/>
              </a:ext>
            </a:extLst>
          </p:cNvPr>
          <p:cNvSpPr txBox="1">
            <a:spLocks/>
          </p:cNvSpPr>
          <p:nvPr/>
        </p:nvSpPr>
        <p:spPr>
          <a:xfrm>
            <a:off x="474516" y="3651363"/>
            <a:ext cx="2175299" cy="29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Features That We Will Add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Step 1" descr="Select your 3D model &gt; 3D Models Format &gt; Pan &amp; Zoom&#10;&#10;Note: the Pan &amp; Zoom tool acts like an on/off (toggle) switch. Once pressed, you’ll see a gray box around the Pan &amp; Zoom button to indicate the feature is activated. Press the button again to deactivate the Pan &amp; Zoom feature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1030869" y="1645920"/>
            <a:ext cx="9703392" cy="4763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0"/>
              </a:spcAft>
              <a:buAutoNum type="arabicPeriod"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One-Click Switch to a New Doctor: </a:t>
            </a:r>
            <a:r>
              <a:rPr lang="en-US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</a:t>
            </a: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Move records instantly, no repeated tests, only with permission.</a:t>
            </a:r>
          </a:p>
          <a:p>
            <a:pPr>
              <a:spcAft>
                <a:spcPts val="2000"/>
              </a:spcAft>
              <a:buAutoNum type="arabicPeriod"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 Data Transparency Report : See exactly who looked at your health info and why.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Emergency Mode + QR Health Passport: Button sends your info and location to helpers and gives paramedics a QR code.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AI Health Coach: Friendly tips, reminders, and early warnings about your health.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Multi-Language &amp; Accessibility support full app functionality in local languages, with voice commands and screen-reader compatibility for visually impaired users. 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6. AI shopping platform : For elderly and disabled patients and also online medical shop</a:t>
            </a:r>
          </a:p>
        </p:txBody>
      </p:sp>
      <p:sp>
        <p:nvSpPr>
          <p:cNvPr id="11" name="Content Placeholder Step 2" descr="With the Pan &amp; Zoom button enabled, now move, rotate, and resize your 3D model.  ">
            <a:extLst>
              <a:ext uri="{FF2B5EF4-FFF2-40B4-BE49-F238E27FC236}">
                <a16:creationId xmlns:a16="http://schemas.microsoft.com/office/drawing/2014/main" id="{38280C20-AD97-47D9-A4D9-3D51B6EEA886}"/>
              </a:ext>
            </a:extLst>
          </p:cNvPr>
          <p:cNvSpPr txBox="1">
            <a:spLocks/>
          </p:cNvSpPr>
          <p:nvPr/>
        </p:nvSpPr>
        <p:spPr>
          <a:xfrm>
            <a:off x="4712686" y="4084342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Step 3" descr="When you are finished editing, click the Pan &amp; Zoom button again to exit Pan and Zoom mode.">
            <a:extLst>
              <a:ext uri="{FF2B5EF4-FFF2-40B4-BE49-F238E27FC236}">
                <a16:creationId xmlns:a16="http://schemas.microsoft.com/office/drawing/2014/main" id="{89BC12B6-BA4F-4362-A61E-A7B108FEAF3C}"/>
              </a:ext>
            </a:extLst>
          </p:cNvPr>
          <p:cNvSpPr txBox="1">
            <a:spLocks/>
          </p:cNvSpPr>
          <p:nvPr/>
        </p:nvSpPr>
        <p:spPr>
          <a:xfrm>
            <a:off x="8394499" y="1714500"/>
            <a:ext cx="2658635" cy="4610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92D050"/>
                </a:solidFill>
              </a:rPr>
              <a:t>Minor Result:65%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17" descr="Try it yourself with the parrot on the right:">
            <a:extLst>
              <a:ext uri="{FF2B5EF4-FFF2-40B4-BE49-F238E27FC236}">
                <a16:creationId xmlns:a16="http://schemas.microsoft.com/office/drawing/2014/main" id="{97AA353E-E722-4B84-B6FC-BA525C346A84}"/>
              </a:ext>
            </a:extLst>
          </p:cNvPr>
          <p:cNvSpPr txBox="1">
            <a:spLocks/>
          </p:cNvSpPr>
          <p:nvPr/>
        </p:nvSpPr>
        <p:spPr>
          <a:xfrm>
            <a:off x="541609" y="1319644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1091928" y="2091192"/>
            <a:ext cx="10623822" cy="2902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All health data in one platform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 Faster hospital admissions (live bed info)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Easier &amp; safer data sharing between users, hospitals, insurers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Basic privacy controls for patients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Meets legal privacy rules</a:t>
            </a: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 </a:t>
            </a:r>
          </a:p>
        </p:txBody>
      </p:sp>
      <p:sp>
        <p:nvSpPr>
          <p:cNvPr id="12" name="Content Placeholder 17" descr="In the second of these two identical slides, change the 3D Model on the right in some way (rotate, move, or resize), then go to Transitions &gt; Morph.">
            <a:extLst>
              <a:ext uri="{FF2B5EF4-FFF2-40B4-BE49-F238E27FC236}">
                <a16:creationId xmlns:a16="http://schemas.microsoft.com/office/drawing/2014/main" id="{DA4BE72C-97DB-4A0D-8CDB-3CD5BB7DCF3E}"/>
              </a:ext>
            </a:extLst>
          </p:cNvPr>
          <p:cNvSpPr txBox="1">
            <a:spLocks/>
          </p:cNvSpPr>
          <p:nvPr/>
        </p:nvSpPr>
        <p:spPr>
          <a:xfrm>
            <a:off x="1091928" y="3566775"/>
            <a:ext cx="2413627" cy="124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 descr="Return to the first of the two slides and press the Slide Show button and then select Play to see your parrot morph!">
            <a:extLst>
              <a:ext uri="{FF2B5EF4-FFF2-40B4-BE49-F238E27FC236}">
                <a16:creationId xmlns:a16="http://schemas.microsoft.com/office/drawing/2014/main" id="{BA96EB65-127B-4729-AF55-3A29384772DD}"/>
              </a:ext>
            </a:extLst>
          </p:cNvPr>
          <p:cNvSpPr txBox="1">
            <a:spLocks/>
          </p:cNvSpPr>
          <p:nvPr/>
        </p:nvSpPr>
        <p:spPr>
          <a:xfrm>
            <a:off x="1091928" y="5213879"/>
            <a:ext cx="2961579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Major result :35%</a:t>
            </a:r>
          </a:p>
        </p:txBody>
      </p:sp>
      <p:sp>
        <p:nvSpPr>
          <p:cNvPr id="4" name="Try It Text" descr="Try it yourself with the parrot on the right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Content Placeholder Step 1" descr="Select the 3D Model on the right, then go to Animations &gt; Turntable&#10;Hint: Effect Options gives you even more options for Turntable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1066037" y="2185740"/>
            <a:ext cx="10439500" cy="3849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One-click instant transfer to new doctor/hospital</a:t>
            </a:r>
          </a:p>
          <a:p>
            <a:pPr>
              <a:spcAft>
                <a:spcPts val="0"/>
              </a:spcAft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spcAft>
                <a:spcPts val="0"/>
              </a:spcAft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Patients always see who accessed their data</a:t>
            </a:r>
          </a:p>
          <a:p>
            <a:pPr>
              <a:spcAft>
                <a:spcPts val="0"/>
              </a:spcAft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spcAft>
                <a:spcPts val="0"/>
              </a:spcAft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Emergency mode saves lives in crises</a:t>
            </a:r>
          </a:p>
          <a:p>
            <a:pPr>
              <a:spcAft>
                <a:spcPts val="0"/>
              </a:spcAft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spcAft>
                <a:spcPts val="0"/>
              </a:spcAft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AI coach offers health tips &amp; early warnings</a:t>
            </a:r>
          </a:p>
          <a:p>
            <a:pPr>
              <a:spcAft>
                <a:spcPts val="0"/>
              </a:spcAft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spcAft>
                <a:spcPts val="0"/>
              </a:spcAft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Unique features for more trust and patient control</a:t>
            </a:r>
          </a:p>
        </p:txBody>
      </p:sp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{82AE51C7-A766-4C33-A06C-BBF7440CBA50}tf16411177_win32</Template>
  <TotalTime>78</TotalTime>
  <Words>431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Segoe UI Semibold</vt:lpstr>
      <vt:lpstr>Get Started with 3D</vt:lpstr>
      <vt:lpstr>Integrating diverse medical datasets while ensuring data privacy and compliance  BY- 1. Sarthak jha  2. Yash Swami 3. Fazeelat Imam</vt:lpstr>
      <vt:lpstr>Introduction </vt:lpstr>
      <vt:lpstr>Project Division and Objective</vt:lpstr>
      <vt:lpstr>Methodology </vt:lpstr>
      <vt:lpstr>Used  Features already </vt:lpstr>
      <vt:lpstr>New Features That We Will Add </vt:lpstr>
      <vt:lpstr>Minor Result:65% </vt:lpstr>
      <vt:lpstr>Major result :35%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Jha</dc:creator>
  <cp:lastModifiedBy>Sarthak Jha</cp:lastModifiedBy>
  <cp:revision>20</cp:revision>
  <dcterms:created xsi:type="dcterms:W3CDTF">2025-07-21T10:03:15Z</dcterms:created>
  <dcterms:modified xsi:type="dcterms:W3CDTF">2025-07-21T16:55:00Z</dcterms:modified>
</cp:coreProperties>
</file>